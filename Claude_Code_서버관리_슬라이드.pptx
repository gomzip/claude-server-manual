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서버관리 매뉴얼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3474720" cy="3200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ADMIN GUIDE  ·  v1.0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</a:t>
            </a:r>
            <a:endParaRPr lang="en-US" sz="3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서버관리 요약 매뉴얼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3090672"/>
            <a:ext cx="2743200" cy="36576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2461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RHEL 8/9  |  설치 · 프롬프트 · 모니터링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7307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OS: </a:t>
            </a:r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 Hat Enterprise Linux 8.x / 9.x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2026-03-20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274320"/>
            <a:ext cx="3154680" cy="44348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Shape 9"/>
          <p:cNvSpPr/>
          <p:nvPr/>
        </p:nvSpPr>
        <p:spPr>
          <a:xfrm>
            <a:off x="5760720" y="274320"/>
            <a:ext cx="3154680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5897880" y="356616"/>
            <a:ext cx="118872" cy="118872"/>
          </a:xfrm>
          <a:prstGeom prst="ellipse">
            <a:avLst/>
          </a:prstGeom>
          <a:solidFill>
            <a:srgbClr val="FF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9048" y="35661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0216" y="356616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0" y="685800"/>
            <a:ext cx="2926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--version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 1.0.x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-p "서버 상태 점검해줘"</a:t>
            </a: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서버 헬스체크 결과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CPU: 23.5% (정상)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메모리: 65% (정상)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/var: 78% [주의]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종합: /var 파티션 조치 필요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0" y="4709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28016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OF CONTENTS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828800" cy="36576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63040"/>
            <a:ext cx="8046720" cy="8686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463040"/>
            <a:ext cx="54864" cy="868680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5544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RHEL 환경 Claude Code 설치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1938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요구사항, 6단계 설치, 인증 설정, 원커맨드 스크립트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66560" y="14630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슬라이드 3 – 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8046720" cy="8686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468880"/>
            <a:ext cx="54864" cy="868680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46888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08760" y="25603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관리 프롬프트 샘플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08760" y="2944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점검, 로그 분석, 보안 감사, 장애 대응 등 8가지 핵심 프롬프트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0" y="2468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슬라이드 6 – 10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8046720" cy="8686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474720"/>
            <a:ext cx="54864" cy="868680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47472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508760" y="35661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모니터링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08760" y="39502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감시, 임계값 모니터링, 대시보드, Claude 자동 생성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0" y="34747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슬라이드 11 – 15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709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4864" cy="347472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1장 · 시스템 요구사항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전 확인 사항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18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709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16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7548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783080"/>
                <a:gridCol w="17830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FFF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FFF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최소 사양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FFF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권장 사양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RHEL 8.6+ / 9.0+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RHEL 8.10 / 9.4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CPU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Core 이상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Core 이상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RAM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1GB 이상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2GB 이상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디스크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500MB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1GB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Node.js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v18.0.0 이상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v20.x LTS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네트워크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외부 인터넷 필수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안정적인 연결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0" y="1188720"/>
            <a:ext cx="3474720" cy="21945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0" y="1188720"/>
            <a:ext cx="3474720" cy="36576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10" name="Text 7"/>
          <p:cNvSpPr/>
          <p:nvPr/>
        </p:nvSpPr>
        <p:spPr>
          <a:xfrm>
            <a:off x="562356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요구사항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23560" y="173736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api.anthropic.com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23560" y="19751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 443 (HTTPS)  —  Claude AI API 통신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623560" y="224028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registry.npmjs.org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23560" y="24780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 443 (HTTPS)  —  npm 패키지 다운로드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23560" y="274320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console.anthropic.com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23560" y="29809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 443 (HTTPS)  —  API Key 발급 관리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486400" y="3520440"/>
            <a:ext cx="3474720" cy="640080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18" name="Shape 15"/>
          <p:cNvSpPr/>
          <p:nvPr/>
        </p:nvSpPr>
        <p:spPr>
          <a:xfrm>
            <a:off x="5486400" y="352044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0" y="3520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주의: </a:t>
            </a:r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방화벽/프록시로 위 도메인이 차단되면 설치 및 실행 불가. 사전에 네트워크 담당자에게 확인하세요.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4864" cy="347472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1장 · RHEL 환경 설치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순서 (6단계)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18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709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97480" cy="15544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rgbClr val="BFFF0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1344168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 버전 확인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1828800"/>
            <a:ext cx="242316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2880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/etc/redhat-release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94360" y="23957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RHEL 8.x / 9.x 확인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1188720"/>
            <a:ext cx="2697480" cy="15544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0" y="1325880"/>
            <a:ext cx="384048" cy="384048"/>
          </a:xfrm>
          <a:prstGeom prst="ellipse">
            <a:avLst/>
          </a:prstGeom>
          <a:solidFill>
            <a:srgbClr val="BFFF00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31920" y="1344168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EPEL 저장소 활성화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828800"/>
            <a:ext cx="242316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182880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dnf install -y epel-release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74720" y="23957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RHEL 9: dnf / RHEL 8: yum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1188720"/>
            <a:ext cx="2697480" cy="15544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2" name="Shape 20"/>
          <p:cNvSpPr/>
          <p:nvPr/>
        </p:nvSpPr>
        <p:spPr>
          <a:xfrm>
            <a:off x="6355080" y="1325880"/>
            <a:ext cx="384048" cy="384048"/>
          </a:xfrm>
          <a:prstGeom prst="ellipse">
            <a:avLst/>
          </a:prstGeom>
          <a:solidFill>
            <a:srgbClr val="BFFF00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2280" y="1344168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20.x 설치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1828800"/>
            <a:ext cx="242316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182880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dnf module enable nodejs:20 -y &amp;&amp;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dnf install -y nodejs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355080" y="23957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AppStream 모듈 설치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926080"/>
            <a:ext cx="2697480" cy="15544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3063240"/>
            <a:ext cx="384048" cy="384048"/>
          </a:xfrm>
          <a:prstGeom prst="ellipse">
            <a:avLst/>
          </a:prstGeom>
          <a:solidFill>
            <a:srgbClr val="BFFF00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51560" y="3081528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npm 업데이트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" y="3566160"/>
            <a:ext cx="242316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356616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install -g npm@latest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94360" y="41330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npm으로 업데이트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37560" y="2926080"/>
            <a:ext cx="2697480" cy="15544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6" name="Shape 34"/>
          <p:cNvSpPr/>
          <p:nvPr/>
        </p:nvSpPr>
        <p:spPr>
          <a:xfrm>
            <a:off x="3474720" y="3063240"/>
            <a:ext cx="384048" cy="384048"/>
          </a:xfrm>
          <a:prstGeom prst="ellipse">
            <a:avLst/>
          </a:prstGeom>
          <a:solidFill>
            <a:srgbClr val="BFFF00"/>
          </a:solidFill>
          <a:ln/>
        </p:spPr>
      </p:sp>
      <p:sp>
        <p:nvSpPr>
          <p:cNvPr id="37" name="Text 35"/>
          <p:cNvSpPr/>
          <p:nvPr/>
        </p:nvSpPr>
        <p:spPr>
          <a:xfrm>
            <a:off x="34747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931920" y="3081528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패키지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474720" y="3566160"/>
            <a:ext cx="242316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3566160" y="356616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dnf install -y curl git jq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474720" y="41330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유틸리티 설치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17920" y="2926080"/>
            <a:ext cx="2697480" cy="15544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3" name="Shape 41"/>
          <p:cNvSpPr/>
          <p:nvPr/>
        </p:nvSpPr>
        <p:spPr>
          <a:xfrm>
            <a:off x="6355080" y="3063240"/>
            <a:ext cx="384048" cy="384048"/>
          </a:xfrm>
          <a:prstGeom prst="ellipse">
            <a:avLst/>
          </a:prstGeom>
          <a:solidFill>
            <a:srgbClr val="BFFF00"/>
          </a:solidFill>
          <a:ln/>
        </p:spPr>
      </p:sp>
      <p:sp>
        <p:nvSpPr>
          <p:cNvPr id="44" name="Text 42"/>
          <p:cNvSpPr/>
          <p:nvPr/>
        </p:nvSpPr>
        <p:spPr>
          <a:xfrm>
            <a:off x="6355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812280" y="3081528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확인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355080" y="3566160"/>
            <a:ext cx="242316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7" name="Text 45"/>
          <p:cNvSpPr/>
          <p:nvPr/>
        </p:nvSpPr>
        <p:spPr>
          <a:xfrm>
            <a:off x="6446520" y="356616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node -v &amp;&amp; npm -v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355080" y="41330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/ npm 버전 확인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4864" cy="347472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1장 · Claude Code 설치 &amp; 인증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npm 설치 및 인증 설정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18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709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88720"/>
            <a:ext cx="4114800" cy="3657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npm 전역 설치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1828800"/>
            <a:ext cx="3566160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892808"/>
            <a:ext cx="32918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install -g @anthropic-ai/claude-code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--version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 v1.0.x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2880360"/>
            <a:ext cx="3566160" cy="502920"/>
          </a:xfrm>
          <a:prstGeom prst="rect">
            <a:avLst/>
          </a:prstGeom>
          <a:solidFill>
            <a:srgbClr val="001A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880360"/>
            <a:ext cx="45720" cy="5029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880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 아웃바운드 HTTPS(443)는 기본 허용.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차단된 경우에만 firewall-cmd 설정이 필요합니다.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3520440"/>
            <a:ext cx="3566160" cy="640080"/>
          </a:xfrm>
          <a:prstGeom prst="rect">
            <a:avLst/>
          </a:prstGeom>
          <a:solidFill>
            <a:srgbClr val="0D1A00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520440"/>
            <a:ext cx="45720" cy="640080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520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원커맨드 설치 스크립트
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+x install-claude.sh &amp;&amp; ./install-claude.sh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188720"/>
            <a:ext cx="4023360" cy="32918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9" name="Shape 17"/>
          <p:cNvSpPr/>
          <p:nvPr/>
        </p:nvSpPr>
        <p:spPr>
          <a:xfrm>
            <a:off x="4846320" y="1188720"/>
            <a:ext cx="4023360" cy="36576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1325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방식 비교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828800"/>
          <a:ext cx="35661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12801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FFF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Key (권장)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FFF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OAuth (Max)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사용량 과금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정액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환경변수 설정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 인증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 고정 사용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갱신 필요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 보호 필요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자동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적합도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 ✓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999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074920" y="3611880"/>
            <a:ext cx="3566160" cy="548640"/>
          </a:xfrm>
          <a:prstGeom prst="rect">
            <a:avLst/>
          </a:prstGeom>
          <a:solidFill>
            <a:srgbClr val="1A0000"/>
          </a:solidFill>
          <a:ln/>
        </p:spPr>
      </p:sp>
      <p:sp>
        <p:nvSpPr>
          <p:cNvPr id="23" name="Shape 20"/>
          <p:cNvSpPr/>
          <p:nvPr/>
        </p:nvSpPr>
        <p:spPr>
          <a:xfrm>
            <a:off x="5074920" y="3611880"/>
            <a:ext cx="45720" cy="54864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24" name="Text 21"/>
          <p:cNvSpPr/>
          <p:nvPr/>
        </p:nvSpPr>
        <p:spPr>
          <a:xfrm>
            <a:off x="5257800" y="3611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Key를 스크립트에 하드코딩 금지!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환경변수 또는 별도 설정파일로 반드시 관리하세요.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274320"/>
            <a:ext cx="3657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관리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샘플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2743200" cy="36576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00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4가지 실행 방식으로 서버 관리를 자동화합니다.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1965960" cy="8229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657600"/>
            <a:ext cx="1965960" cy="36576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0416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48640" y="42611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분석·후속 질의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06040" y="3657600"/>
            <a:ext cx="1965960" cy="8229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Shape 12"/>
          <p:cNvSpPr/>
          <p:nvPr/>
        </p:nvSpPr>
        <p:spPr>
          <a:xfrm>
            <a:off x="2606040" y="3657600"/>
            <a:ext cx="1965960" cy="3657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비대화형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97480" y="40416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-p "..."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697480" y="42611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자동화·cron 연동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3657600"/>
            <a:ext cx="1965960" cy="8229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3657600"/>
            <a:ext cx="196596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저장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40416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-p "..." &gt; log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46320" y="42611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로그 보관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03720" y="3657600"/>
            <a:ext cx="1965960" cy="8229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4" name="Shape 22"/>
          <p:cNvSpPr/>
          <p:nvPr/>
        </p:nvSpPr>
        <p:spPr>
          <a:xfrm>
            <a:off x="6903720" y="3657600"/>
            <a:ext cx="19659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출력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95160" y="40416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--output-format json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995160" y="42611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 자동화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9600" y="4709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4864" cy="347472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· 서버 관리 프롬프트 샘플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 시스템 상태 점검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18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709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114800" cy="33832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88720"/>
            <a:ext cx="54864" cy="3383280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전체 헬스체크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1645920"/>
            <a:ext cx="3749040" cy="3840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64592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서버의 전체적인 상태를 점검해줘.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CPU, 메모리, 디스크, 네트워크, 서비스 상태를 종합 분석해줘.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3749040" cy="2240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1945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서버 헬스체크 결과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CPU: 23.5% (정상)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메모리: 5.2GB/8GB (65%) - 정상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/var: 78% 사용 (39GB/50GB)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[주의] 80% 근접 - 로그 정리 권장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종합: /var 파티션 78% - 조치 필요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46320" y="1188720"/>
            <a:ext cx="4023360" cy="33832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Shape 13"/>
          <p:cNvSpPr/>
          <p:nvPr/>
        </p:nvSpPr>
        <p:spPr>
          <a:xfrm>
            <a:off x="4846320" y="1188720"/>
            <a:ext cx="54864" cy="33832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280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디스크 사용량 분석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1645920"/>
            <a:ext cx="3657600" cy="3840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164592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디스크 사용량을 분석해줘.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파티션별 사용률, Top 10 큰 파일, 정리 추천 항목.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0" y="2148840"/>
            <a:ext cx="3657600" cy="2240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219456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디스크 분석 결과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    : 45% (23GB/50GB) - 정상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  : 78% (39GB/50GB) - 주의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추천: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/var/cache/dnf (3.2GB)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/var/log/journal (4.5GB)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3개월 이전 로그 (2.1GB)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4864" cy="347472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· 서버 관리 프롬프트 샘플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2.2 로그 분석 &amp; 보안 로그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18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709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114800" cy="33832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88720"/>
            <a:ext cx="54864" cy="33832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로그 분석 (24시간)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1645920"/>
            <a:ext cx="3749040" cy="3840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64592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/var/log/messages 최근 24시간 에러/경고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분류, 빈도 정리, 심각도 평가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3749040" cy="2240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1945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시스템 로그 분석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[CRITICAL] kernel: Out of memory</a:t>
            </a:r>
            <a:endParaRPr lang="en-US" sz="850" dirty="0"/>
          </a:p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OOM Killer 발동 (12:34:21)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[ERROR] kernel: EXT4-fs error</a:t>
            </a:r>
            <a:endParaRPr lang="en-US" sz="850" dirty="0"/>
          </a:p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디스크 I/O 오류 감지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심각도: 높음  |  즉시 조치 권장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46320" y="1188720"/>
            <a:ext cx="4023360" cy="33832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Shape 13"/>
          <p:cNvSpPr/>
          <p:nvPr/>
        </p:nvSpPr>
        <p:spPr>
          <a:xfrm>
            <a:off x="4846320" y="1188720"/>
            <a:ext cx="54864" cy="338328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280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로그 분석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1645920"/>
            <a:ext cx="3657600" cy="3840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164592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/var/log/secure 로그인 시도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Brute force 감지 및 차단 IP 목록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0" y="2148840"/>
            <a:ext cx="3657600" cy="2240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219456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보안 로그 분석 결과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총 로그인 실패: 2,847건 (24시간)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공격 IP: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203.0.113.45  (847회)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198.51.100.23 (456회)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fail2ban 즉시 차단 권장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4864" cy="347472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· 서버 관리 프롬프트 샘플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2.3 보안 취약점 &amp; 2.4 장애 대응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18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709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160520" cy="157276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88720"/>
            <a:ext cx="54864" cy="15727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61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 포트 점검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1591056"/>
            <a:ext cx="3749040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5910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 포트와 리스닝 서비스 점검해줘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193852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MySQL(3306) 0.0.0.0 바인딩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[위험] 외부 노출됨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127.0.0.1로 변경 필요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800600" y="1188720"/>
            <a:ext cx="4160520" cy="157276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Shape 12"/>
          <p:cNvSpPr/>
          <p:nvPr/>
        </p:nvSpPr>
        <p:spPr>
          <a:xfrm>
            <a:off x="4800600" y="1188720"/>
            <a:ext cx="54864" cy="1572768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261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SSH 보안 감사 (CIS)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83480" y="1591056"/>
            <a:ext cx="3749040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15910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sshd_config CIS Benchmark 감사해줘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0" y="193852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PermitRootLogin: yes → [위험]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PasswordAuth: yes → [주의]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점수: 4/10 (개선 필요)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907792"/>
            <a:ext cx="4160520" cy="157276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907792"/>
            <a:ext cx="54864" cy="15727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9809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다운 분석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310128"/>
            <a:ext cx="3749040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310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httpd 서비스 다운 원인 분석해줘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85800" y="36576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SSL 인증서 누락 확인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설정 파일 복원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httpd -t 검증 후 재시작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00600" y="2907792"/>
            <a:ext cx="4160520" cy="157276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6" name="Shape 24"/>
          <p:cNvSpPr/>
          <p:nvPr/>
        </p:nvSpPr>
        <p:spPr>
          <a:xfrm>
            <a:off x="4800600" y="2907792"/>
            <a:ext cx="54864" cy="1572768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29809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OOM Killer 분석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83480" y="3310128"/>
            <a:ext cx="3749040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3310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OOM Killer 발동 분석 및 재발 방지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0" y="36576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프로세스 3.8GB (Xmx 미설정)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-Xmx4g 설정 권장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systemd MemoryMax=5G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4864" cy="347472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· 서버 관리 프롬프트 샘플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빠른 참조표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18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709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16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114800"/>
                <a:gridCol w="29260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카테고리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 (요약)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방법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FF0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FFF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헬스체크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전체 상태 점검해줘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999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-p "..."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FFF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디스크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디스크 사용량 분석하고 정리 추천해줘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999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-p "..."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FFF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로그분석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/var/log/messages 최근 24시간 분석해줘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999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-p "..."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FFF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보안로그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/var/log/secure 로그인 시도 분석해줘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999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-p "..."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FFF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포트점검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열린 포트와 서비스 점검해줘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999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-p "..."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FFF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SSH감사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SSH 보안 설정 감사해줘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999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-p "..."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FFF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장애대응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[서비스명] 다운 원인 분석해줘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999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(대화형)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FFF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디스크풀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디스크 100% 긴급 대응해줘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999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(대화형)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FFF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OOM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OOM Killer 발동 분석해줘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999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-p "..."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274320"/>
            <a:ext cx="3657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모니터링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743200" cy="36576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 vs  기존 모니터링 도구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5943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94560"/>
                <a:gridCol w="21945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Zabbix / Prometheus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FF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복잡도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FFF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매우 간단 (npm)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복잡 (서버+에이전트+DB)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 능력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FFF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자연어 심층 분석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임계값 기반 알림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FFF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 시 분석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실시간 수집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FFF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 · 해석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 · 시각화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251960"/>
            <a:ext cx="5943600" cy="347472"/>
          </a:xfrm>
          <a:prstGeom prst="rect">
            <a:avLst/>
          </a:prstGeom>
          <a:solidFill>
            <a:srgbClr val="0D1A00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4251960"/>
            <a:ext cx="45720" cy="34747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42519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 보완: 기존 도구로 수집/알림  +  Claude Code로 심층 분석 = 최적 조합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0" y="4709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4864" cy="347472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 · 실시간 모니터링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 스크립트 — 수동 작성 vs Claude 자동 생성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18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709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114800" cy="256032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✎  수동 작성  (bash 스크립트)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60520" cy="256032"/>
          </a:xfrm>
          <a:prstGeom prst="rect">
            <a:avLst/>
          </a:prstGeom>
          <a:solidFill>
            <a:srgbClr val="0D1A0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887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 Claude 자동 생성  (프롬프트 입력만으로)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481328"/>
            <a:ext cx="4114800" cy="98755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481328"/>
            <a:ext cx="45720" cy="9875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15361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log-monitor.sh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15361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로그 감시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" y="1801368"/>
            <a:ext cx="3877056" cy="6126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828800"/>
            <a:ext cx="3749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LOG=/var/log/messages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-Fn0 "$LOG" | while read L; do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 $L|grep -qiE "error|crit" &amp;&amp;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claude -p "에러 감지: $L"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754880" y="1481328"/>
            <a:ext cx="4160520" cy="9875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1481328"/>
            <a:ext cx="45720" cy="987552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19" name="Text 17"/>
          <p:cNvSpPr/>
          <p:nvPr/>
        </p:nvSpPr>
        <p:spPr>
          <a:xfrm>
            <a:off x="4864608" y="15361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 (또는  claude -p "...")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64608" y="1783080"/>
            <a:ext cx="3840480" cy="62179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1" name="Text 19"/>
          <p:cNvSpPr/>
          <p:nvPr/>
        </p:nvSpPr>
        <p:spPr>
          <a:xfrm>
            <a:off x="4956048" y="181051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에러/critical 패턴 감지 시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-p로 자동 분석하는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감시 스크립트 만들어줘.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systemd 서비스로 등록까지 포함해줘.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505456"/>
            <a:ext cx="4114800" cy="98755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2505456"/>
            <a:ext cx="45720" cy="9875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560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threshold-monitor.sh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51760" y="256032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모니터링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2825496"/>
            <a:ext cx="3877056" cy="6126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852928"/>
            <a:ext cx="3749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CPU=$(top -bn1|grep Cpu|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awk '{print $2}')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${CPU%.*} -gt 90 ] &amp;&amp;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claude -p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"CPU ${CPU}% 초과, 원인 분석해줘"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754880" y="2505456"/>
            <a:ext cx="4160520" cy="9875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0" y="2505456"/>
            <a:ext cx="45720" cy="987552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25603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 (또는  claude -p "...")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64608" y="2807208"/>
            <a:ext cx="3840480" cy="62179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2" name="Text 30"/>
          <p:cNvSpPr/>
          <p:nvPr/>
        </p:nvSpPr>
        <p:spPr>
          <a:xfrm>
            <a:off x="4956048" y="28346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90% / MEM 85% / DISK 90%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초과 시 claude -p로 자동 분석.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마운트포인트 순회하고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cron 5분 간격으로 실행해줘.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3529584"/>
            <a:ext cx="4114800" cy="98755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3529584"/>
            <a:ext cx="45720" cy="987552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35844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dashboard.sh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51760" y="35844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대시보드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6928" y="3849624"/>
            <a:ext cx="3877056" cy="6126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3877056"/>
            <a:ext cx="3749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CPU=$(top -bn1|grep Cpu|awk '{print $2}')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MEM=$(free|awk '/Mem/{printf "%d",$3/$2*100}')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DISK=$(df /|awk 'NR==2{print $5}')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"CPU:${CPU}% MEM:${MEM}% DISK:${DISK}"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list-units --state=failed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754880" y="3529584"/>
            <a:ext cx="4160520" cy="9875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0" name="Shape 38"/>
          <p:cNvSpPr/>
          <p:nvPr/>
        </p:nvSpPr>
        <p:spPr>
          <a:xfrm>
            <a:off x="4754880" y="3529584"/>
            <a:ext cx="45720" cy="987552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41" name="Text 39"/>
          <p:cNvSpPr/>
          <p:nvPr/>
        </p:nvSpPr>
        <p:spPr>
          <a:xfrm>
            <a:off x="4864608" y="35844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 (또는  claude -p "...")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64608" y="3831336"/>
            <a:ext cx="3840480" cy="62179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3" name="Text 41"/>
          <p:cNvSpPr/>
          <p:nvPr/>
        </p:nvSpPr>
        <p:spPr>
          <a:xfrm>
            <a:off x="4956048" y="38587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CPU/MEM/DISK 바 그래프와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상태를 실시간으로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표시하는 터미널 대시보드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만들어줘.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54880" y="4361688"/>
            <a:ext cx="4160520" cy="274320"/>
          </a:xfrm>
          <a:prstGeom prst="rect">
            <a:avLst/>
          </a:prstGeom>
          <a:solidFill>
            <a:srgbClr val="0D1A00"/>
          </a:solidFill>
          <a:ln/>
        </p:spPr>
      </p:sp>
      <p:sp>
        <p:nvSpPr>
          <p:cNvPr id="45" name="Shape 43"/>
          <p:cNvSpPr/>
          <p:nvPr/>
        </p:nvSpPr>
        <p:spPr>
          <a:xfrm>
            <a:off x="4754880" y="4361688"/>
            <a:ext cx="45720" cy="2743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6" name="Text 44"/>
          <p:cNvSpPr/>
          <p:nvPr/>
        </p:nvSpPr>
        <p:spPr>
          <a:xfrm>
            <a:off x="4882896" y="43616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원커맨드:  "이 서버 모니터링 환경 전체를 처음부터 구축해줘"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4864" cy="347472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 · 실시간 모니터링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출력 예시 &amp; Claude 자동 생성 비교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18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709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937760" cy="274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261872"/>
            <a:ext cx="109728" cy="109728"/>
          </a:xfrm>
          <a:prstGeom prst="ellipse">
            <a:avLst/>
          </a:prstGeom>
          <a:solidFill>
            <a:srgbClr val="F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126187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978408" y="126187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 —  dashboard.sh  출력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4937760" cy="31546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554480"/>
            <a:ext cx="46634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Monitoring Dashboard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rhel-server  |  2026-03-20 14:30:22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CPU:  ||||||||....  67%   (정상)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MEM:  ||||||......  52%   4.2G/8G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DISK: ||||||||||..  83%   [WARNING]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LOAD: 2.34 / 4 cores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[●] httpd  [●] sshd  [●] crond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[✗] mysqld  → INACTIVE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Errors (1h): 3  |  Login Failed: 47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645152"/>
            <a:ext cx="4937760" cy="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59028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 -n 5 /opt/claude-scripts/dashboard.sh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577840" y="1188720"/>
            <a:ext cx="3337560" cy="3429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7" name="Shape 15"/>
          <p:cNvSpPr/>
          <p:nvPr/>
        </p:nvSpPr>
        <p:spPr>
          <a:xfrm>
            <a:off x="5577840" y="1188720"/>
            <a:ext cx="3337560" cy="36576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 Claude 자동 생성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0" y="166420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프롬프트 입력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0" y="1920240"/>
            <a:ext cx="3154680" cy="71323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0" y="194767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상태를 실시간으로 보여주는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대시보드 스크립트 만들어줘.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CPU/MEM/DISK 바 그래프, 서비스 상태,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건수를 포함해줘.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0" y="2743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Claude가 즉시 생성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0" y="29992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dashboard.sh 전체 스크립트 코드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69280" y="325526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서버 맞춤형 임계값 자동 설정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0" y="35112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watch -n 5 실행 명령어 안내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69280" y="37673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systemd 서비스 등록 방법 포함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77840" y="4069080"/>
            <a:ext cx="3337560" cy="548640"/>
          </a:xfrm>
          <a:prstGeom prst="rect">
            <a:avLst/>
          </a:prstGeom>
          <a:solidFill>
            <a:srgbClr val="0D1A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577840" y="4069080"/>
            <a:ext cx="45720" cy="5486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9" name="Text 27"/>
          <p:cNvSpPr/>
          <p:nvPr/>
        </p:nvSpPr>
        <p:spPr>
          <a:xfrm>
            <a:off x="5687568" y="40965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작성:  </a:t>
            </a:r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30분~1시간  (bash 경험 필요)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생성: </a:t>
            </a:r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이내  (프롬프트만으로 완성)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4864" cy="347472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 · 실시간 모니터링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Claude를 활용한 스크립트 자동 생성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18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709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경험 없이도, Claude에게 서버 맞춤형 모니터링 환경을 자동 구축할 수 있습니다.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4160520" cy="12344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554480"/>
            <a:ext cx="594360" cy="1234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54480"/>
            <a:ext cx="594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07008" y="1673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로그 감시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20574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환경 분석 → 맞춤형 로그 감시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systemd 서비스까지 자동 등록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1554480"/>
            <a:ext cx="4160520" cy="12344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Shape 12"/>
          <p:cNvSpPr/>
          <p:nvPr/>
        </p:nvSpPr>
        <p:spPr>
          <a:xfrm>
            <a:off x="4800600" y="1554480"/>
            <a:ext cx="594360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554480"/>
            <a:ext cx="594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550408" y="1673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모니터링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50408" y="20574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사양 기반 임계값 자동 계산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cron + 텔레그램 알림까지 설정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4160520" cy="12344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971800"/>
            <a:ext cx="594360" cy="1234440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971800"/>
            <a:ext cx="594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07008" y="30906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대시보드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07008" y="34747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중인 서비스 자동 감지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맞춤형 터미널 대시보드 생성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971800"/>
            <a:ext cx="4160520" cy="12344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4" name="Shape 22"/>
          <p:cNvSpPr/>
          <p:nvPr/>
        </p:nvSpPr>
        <p:spPr>
          <a:xfrm>
            <a:off x="4800600" y="2971800"/>
            <a:ext cx="594360" cy="12344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2971800"/>
            <a:ext cx="594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50408" y="30906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일괄 구축 (원커맨드)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50408" y="34747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 환경 전체를 한번에 구축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8개 + 서비스 등록 + 테스트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solidFill>
            <a:srgbClr val="0D1A00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389120"/>
            <a:ext cx="45720" cy="320040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389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프롬프트:  "이 서버의 모니터링 환경을 처음부터 전체 구축해줘"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4864" cy="347472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 · 실시간 모니터링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작성 vs Claude 자동 생성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18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709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16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0175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 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수동 작성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자동 생성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FF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소요 시간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스크립트당 30분~1시간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FFF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환경 5~10분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지식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Bash 스크립팅 경험 필요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FFF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 작성 능력만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맞춤도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커스터마이징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FFF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환경 자동 분석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유지보수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수정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FFF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Claude에 개선 요청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효과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스크립트 이해도 높음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FFF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결과물 검토로 학습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권장 대상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Bash 숙련 관리자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FFF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스크립팅 초보 관리자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3493008"/>
            <a:ext cx="3749040" cy="7315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3493008"/>
            <a:ext cx="54864" cy="7315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49300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 ~ 1시간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1개 작성 소요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754880" y="3493008"/>
            <a:ext cx="3749040" cy="7315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Shape 9"/>
          <p:cNvSpPr/>
          <p:nvPr/>
        </p:nvSpPr>
        <p:spPr>
          <a:xfrm>
            <a:off x="4754880" y="3493008"/>
            <a:ext cx="54864" cy="731520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349300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~ 10분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모니터링 환경 구축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887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2286000" cy="36576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서버관리 요약 매뉴얼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200400"/>
            <a:ext cx="2423160" cy="9144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200400"/>
            <a:ext cx="2423160" cy="36576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3101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RHEL 설치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37307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6단계 설치 + 원커맨드 스크립트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20440" y="3200400"/>
            <a:ext cx="2423160" cy="9144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Shape 9"/>
          <p:cNvSpPr/>
          <p:nvPr/>
        </p:nvSpPr>
        <p:spPr>
          <a:xfrm>
            <a:off x="3520440" y="3200400"/>
            <a:ext cx="2423160" cy="36576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33101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8종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37307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점검, 분석, 감사, 장애 대응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3200400"/>
            <a:ext cx="2423160" cy="9144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3200400"/>
            <a:ext cx="2423160" cy="36576"/>
          </a:xfrm>
          <a:prstGeom prst="rect">
            <a:avLst/>
          </a:prstGeom>
          <a:solidFill>
            <a:srgbClr val="BFFF00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33101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모니터링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37307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+ Claude 자동 생성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9520" y="274320"/>
            <a:ext cx="1828800" cy="1828800"/>
          </a:xfrm>
          <a:prstGeom prst="ellipse">
            <a:avLst/>
          </a:prstGeom>
          <a:solidFill>
            <a:srgbClr val="BFFF00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1645920"/>
            <a:ext cx="1097280" cy="1097280"/>
          </a:xfrm>
          <a:prstGeom prst="ellipse">
            <a:avLst/>
          </a:prstGeom>
          <a:solidFill>
            <a:srgbClr val="BFFF00">
              <a:alpha val="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4709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서버관리 매뉴얼</dc:title>
  <dc:subject>PptxGenJS Presentation</dc:subject>
  <dc:creator>Claude Code</dc:creator>
  <cp:lastModifiedBy>Claude Code</cp:lastModifiedBy>
  <cp:revision>1</cp:revision>
  <dcterms:created xsi:type="dcterms:W3CDTF">2026-03-20T12:28:00Z</dcterms:created>
  <dcterms:modified xsi:type="dcterms:W3CDTF">2026-03-20T12:28:00Z</dcterms:modified>
</cp:coreProperties>
</file>