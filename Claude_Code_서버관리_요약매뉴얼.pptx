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서버관리 요약 매뉴얼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서버관리 요약 매뉴얼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관리자를 위한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활용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매뉴얼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2286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8/9  |  설치 · 프롬프트 · 모니터링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OS: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Hat Enterprise Linux 8.x / 9.x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요약본  |  2026-03-20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286000"/>
            <a:ext cx="1371600" cy="13716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9144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환경 Claude Code 설치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요구사항, 설치 순서, 인증 설정, 원커맨드 설치 스크립트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68880"/>
            <a:ext cx="9144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28800" y="2606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관리 프롬프트 샘플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점검, 로그 분석, 보안 감사, 장애 대응 등 8가지 핵심 프롬프트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657600"/>
            <a:ext cx="9144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3794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감시, 임계값 모니터링, 대시보드, Claude 자동 생성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1장. RHEL 환경 Claude Code 설치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요구사항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91640"/>
                <a:gridCol w="1691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사양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 사양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RHEL 8.6+ / 9.0+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RHEL 8.10 / 9.4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Core 이상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Core 이상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1GB 이상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2GB 이상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1GB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Node.js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v18.0.0 이상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v20.x LTS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인터넷 필수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안정적인 연결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188720"/>
            <a:ext cx="34747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188720"/>
            <a:ext cx="3474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요구사항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api.anthropic.com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77840" y="2103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443 (HTTPS) — Claude AI API 통신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0" y="2423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registry.npmjs.org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2651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443 (HTTPS) — npm 패키지 다운로드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console.anthropic.com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7784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443 (HTTPS) — API Key 발급 관리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3931920"/>
            <a:ext cx="64008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방화벽이나 프록시가 위 도메인을 차단하면 설치 및 실행이 불가합니다. 사전에 네트워크 담당자에게 확인하세요.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1장. RHEL 환경 Claude Code 설치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순서 (6단계)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버전 확인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377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/etc/redhat-release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8.x / 9.x 확인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258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EPEL 저장소 활성화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1828800"/>
            <a:ext cx="2377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dnf install -y epel-release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9: dnf / RHEL 8: yum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3258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20.x 설치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2377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dnf module enable nodejs:20 -y &amp;&amp; dnf install -y nodejs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36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AppStream 모듈 설치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044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업데이트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3520440"/>
            <a:ext cx="2377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npm@latest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npm으로 업데이트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30175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31920" y="3044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패키지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29000" y="3520440"/>
            <a:ext cx="2377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352044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dnf install -y curl git jq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2900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유틸리티 설치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63640" y="30175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6560" y="3044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확인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63640" y="3520440"/>
            <a:ext cx="2377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-v &amp;&amp; npm -v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6364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/ npm 버전 확인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1장. RHEL 환경 Claude Code 설치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설치 &amp; 인증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전역 설치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38328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@anthropic-ai/claude-code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--version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v1.0.x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3383280" cy="5029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8346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아웃바운드 HTTPS(443)는 기본 허용입니다.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차단된 경우에만 firewall-cmd 설정이 필요합니다.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3383280" cy="6858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520440"/>
            <a:ext cx="54864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0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원커맨드 설치 스크립트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설치를 하나의 스크립트로 자동 실행 가능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install-claude.sh &amp;&amp; ./install-claude.sh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방식 비교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7452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Key (권장)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OAuth (Max)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사용량 과금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정액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환경변수 설정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인증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고정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갱신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보호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자동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937760" y="3611880"/>
            <a:ext cx="356616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Shape 17"/>
          <p:cNvSpPr/>
          <p:nvPr/>
        </p:nvSpPr>
        <p:spPr>
          <a:xfrm>
            <a:off x="4937760" y="361188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Key를 스크립트에 하드코딩하지 마세요.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환경변수 또는 별도 설정파일로 관리!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2장. 서버 관리 프롬프트 샘플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핵심 프롬프트로 서버 관리를 자동화할 수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69164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분석,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질의가 필요한 작업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64592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64592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비대화형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2286000"/>
            <a:ext cx="169164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-p "프롬프트"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0" y="3063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자동화, cron,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연동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6459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92040" y="2286000"/>
            <a:ext cx="169164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-p "..." &gt; result.log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92040" y="3063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로그로 보관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64592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6459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출력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2286000"/>
            <a:ext cx="169164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-p "..." --output-format json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040880" y="3063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파싱이 필요한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2장. 서버 관리 프롬프트 샘플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시스템 상태 점검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전체 헬스체크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383280" cy="5029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서버의 전체적인 상태를 점검해줘.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CPU, 메모리, 디스크, 네트워크, 서비스 상태를 종합 분석해줘.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383280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서버 헬스체크 결과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23.5% (정상)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메모리: 5.2GB/8GB (65%) - 정상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/var: 78% 사용 (39GB/50GB)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[주의] 80% 근접 - 로그 정리 권장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종합: /var 파티션 78% - 조치 필요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64008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사용량 분석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3383280" cy="5029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사용량을 분석해줘.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파티션별 사용률, Top 10 큰 파일, 정리 추천 항목.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2377440"/>
            <a:ext cx="3383280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디스크 분석 결과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: 45% (23GB/50GB) - 정상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  : 78% (39GB/50GB) - 주의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추천: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/var/cache/dnf (3.2GB)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/var/log/journal (4.5GB)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3개월 이전 로그 (2.1GB)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2장. 서버 관리 프롬프트 샘플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로그 분석 &amp; 보안 로그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3200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로그 분석 (24시간)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38328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/var/log/messages 최근 24시간 에러/경고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분류, 빈도 정리, 심각도 평가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33832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1280160"/>
                <a:gridCol w="457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심각도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Connection refused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chronyd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 unreachable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CRITICAL 1건 이상 = 즉시 대응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 = 패턴 확인 / WARNING = 추세 관찰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88720"/>
            <a:ext cx="64008" cy="3200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로그 분석 (로그인)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1737360"/>
            <a:ext cx="33832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/var/log/secure 로그인 시도 분석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Brute force 패턴, 공격 IP 차단 권고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0" y="2286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342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실패 건수 (24h)</a:t>
            </a:r>
            <a:endParaRPr lang="en-US" sz="3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926080"/>
          <a:ext cx="3383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203.0.113.45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 권고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198.51.100.22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 권고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502920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50회 이상 실패 = Brute force / fail2ban 설치 권장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2장. 서버 관리 프롬프트 샘플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보안 취약점 &amp; 2.4 장애 대응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508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포트 점검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포트와 리스닝 서비스 점검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MySQL(3306) 0.0.0.0 바인딩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[위험] 외부 노출됨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127.0.0.1로 변경 필요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64008" cy="1508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보안 감사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sshd_config CIS Benchmark 감사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PermitRootLogin: yes → [위험]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PasswordAuth: yes → [주의]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점수: 4/10 (개선 필요)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64008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다운 분석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httpd 서비스 다운 원인 분석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SSL 인증서 누락 확인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설정 파일 복원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httpd -t 검증 후 재시작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80360"/>
            <a:ext cx="64008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OOM Killer 분석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OOM Killer 발동 분석 및 재발 방지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프로세스 3.8GB (Xmx 미설정)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-Xmx4g 설정 권장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systemd MemoryMax=5G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2장. 서버 관리 프롬프트 샘플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빠른 참조표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(요약)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방법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헬스체크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전체 상태 점검해줘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 사용량 분석하고 정리 추천해줘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/var/log/messages 최근 24시간 분석해줘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보안로그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/var/log/secure 로그인 시도 분석해줘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포트점검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포트와 서비스 점검해줘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SSH감사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SSH 보안 설정 감사해줘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장애대응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[서비스명] 다운 원인 분석해줘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(대화형)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 100% 긴급 대응해줘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(대화형)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OOM Killer 발동 분석해줘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3장. 실시간 모니터링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vs 기존 모니터링 도구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Zabbix / Prometheus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복잡도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간단 (npm)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복잡 (서버+에이전트+DB)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능력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심층 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 기반 알림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시 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실시간 수집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사용량 과금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 + 인프라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 용도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 분석, 원인 규명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메트릭 수집, 대시보드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· 해석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· 시각화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4206240"/>
            <a:ext cx="6400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 보완 관계: 기존 도구로 수집/알림 + Claude Code로 심층 분석 = 최적 조합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3장. 실시간 모니터링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스크립트 구성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로그 감시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3317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log-monitor.sh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2677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 -Fn0 실시간 감시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65176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78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error/critical/panic 패턴 감지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03580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-p로 자동 분석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4198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467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패턴 10분 쿨다운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0390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서비스로 등록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1887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18872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모니터링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20440" y="1737360"/>
            <a:ext cx="23317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threshold-monitor.sh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6160" y="22677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90% / MEM 85% / DISK 90%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0" y="26517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2578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초과 시 자동 분석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30358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마운트포인트 순회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0" y="341985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33467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전송 (텔레그램/슬랙)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380390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79476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5분 간격 실행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1887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18872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대시보드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1737360"/>
            <a:ext cx="23317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dashboard.sh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46520" y="226771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CPU/MEM/DISK 바 그래프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46520" y="26517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578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상태 자동 감지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46520" y="303580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에러/로그인 실패 건수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341985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33467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색상 경고 표시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46520" y="38039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12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watch -n 5 자동 갱신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3장. 실시간 모니터링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대시보드 출력 예시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3200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0972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109728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109728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dashboard.sh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325880"/>
            <a:ext cx="6400800" cy="33832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46304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Monitoring Dashboard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rhel-server  |  2026-03-20 14:30:22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 ||||||||....  67%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MEM:  ||||||......  52%  (4.2G/8G)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DISK: ||||||||||..  83%  [WARNING]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LOAD: 2.34 / 4 cores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httpd    sshd    crond    firewalld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mysqld [DOWN]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 (1h): 3  |  Logins Failed (24h): 47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실행: watch -n 5 /opt/claude-scripts/dashboard.sh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3장. 실시간 모니터링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Claude를 활용한 스크립트 자동 생성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작성 경험 없이도, Claude에게 서버 맞춤형 모니터링 환경을 자동 구축할 수 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로그 감시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환경 분석 → 맞춤형 로그 감시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서비스까지 자동 등록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64008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0876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모니터링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사양 기반 임계값 자동 계산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+ 텔레그램 알림까지 설정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64008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대시보드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서비스 자동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터미널 대시보드 생성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80360"/>
            <a:ext cx="64008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88036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구축 (원커맨드)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환경 전체를 한번에 구축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8개 + 서비스 등록 + 테스트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297680"/>
            <a:ext cx="64008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프롬프트:  "이 서버의 모니터링 환경을 처음부터 전체 구축해줘"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3장. 실시간 모니터링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작성 vs Claude 자동 생성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작성 (3.2~3.4절)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자동 생성 (3.5절)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스크립트당 30분~1시간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환경 5~10분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지식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Bash 스크립팅 경험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작성 능력만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맞춤도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커스터마이징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환경 자동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유지보수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수정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Claude에 개선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 이해도 높음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 검토로 학습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Bash 숙련 관리자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스크립팅 초보 관리자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6576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3657600"/>
            <a:ext cx="64008" cy="7772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30분~1시간</a:t>
            </a:r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1개 작성 소요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754880" y="36576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3657600"/>
            <a:ext cx="64008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5~10분</a:t>
            </a:r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모니터링 환경 구축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2286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서버관리 요약 매뉴얼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83280"/>
            <a:ext cx="22860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383280"/>
            <a:ext cx="2286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설치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설치 + 원커맨드 스크립트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22860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3383280"/>
            <a:ext cx="2286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8종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점검, 분석, 감사, 장애 대응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383280"/>
            <a:ext cx="22860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383280"/>
            <a:ext cx="2286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+ Claude 자동 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45720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1828800"/>
            <a:ext cx="1097280" cy="109728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서버관리 요약 매뉴얼</dc:title>
  <dc:subject>PptxGenJS Presentation</dc:subject>
  <dc:creator>Claude Code</dc:creator>
  <cp:lastModifiedBy>Claude Code</cp:lastModifiedBy>
  <cp:revision>1</cp:revision>
  <dcterms:created xsi:type="dcterms:W3CDTF">2026-03-20T08:21:05Z</dcterms:created>
  <dcterms:modified xsi:type="dcterms:W3CDTF">2026-03-20T08:21:05Z</dcterms:modified>
</cp:coreProperties>
</file>